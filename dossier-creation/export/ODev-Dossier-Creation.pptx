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odev.kodyalabs.fr/" TargetMode="External"/><Relationship Id="rId2" Type="http://schemas.openxmlformats.org/officeDocument/2006/relationships/hyperlink" Target="https://odev.kodyalabs.fr/" TargetMode="External"/><Relationship Id="rId3" Type="http://schemas.openxmlformats.org/officeDocument/2006/relationships/hyperlink" Target="https://odev.kodyalabs.fr/" TargetMode="External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ynasty8.kodyalabs.fr/" TargetMode="External"/><Relationship Id="rId2" Type="http://schemas.openxmlformats.org/officeDocument/2006/relationships/hyperlink" Target="https://dynasty8.kodyalabs.fr/" TargetMode="External"/><Relationship Id="rId3" Type="http://schemas.openxmlformats.org/officeDocument/2006/relationships/hyperlink" Target="https://dynasty8.kodyalabs.fr/" TargetMode="External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abinet-valet.kodyalabs.fr/" TargetMode="External"/><Relationship Id="rId2" Type="http://schemas.openxmlformats.org/officeDocument/2006/relationships/hyperlink" Target="https://cabinet-valet.kodyalabs.fr/" TargetMode="External"/><Relationship Id="rId3" Type="http://schemas.openxmlformats.org/officeDocument/2006/relationships/hyperlink" Target="https://cabinet-valet.kodyalabs.fr/" TargetMode="External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odev.kodyalabs.fr/" TargetMode="External"/><Relationship Id="rId4" Type="http://schemas.openxmlformats.org/officeDocument/2006/relationships/hyperlink" Target="https://dynasty8.kodyalabs.fr/" TargetMode="External"/><Relationship Id="rId6" Type="http://schemas.openxmlformats.org/officeDocument/2006/relationships/hyperlink" Target="https://cabinet-valet.kodyalabs.fr/" TargetMode="Externa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5" Type="http://schemas.openxmlformats.org/officeDocument/2006/relationships/image" Target="../media/image-10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odev.kodyalabs.fr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DE CRÉATION D'ENTREPRISE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Micro-entreprise de conception et développement web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formelle d'ouverture d'activité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03C"/>
                </a:solidFill>
              </a:rPr>
              <a:t>Porteur  </a:t>
            </a:r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</a:rPr>
              <a:t>Darren O'Sullivan</a:t>
            </a:r>
            <a:pPr indent="0" marL="0">
              <a:buNone/>
            </a:pPr>
            <a:r>
              <a:rPr lang="en-US" sz="1200" dirty="0">
                <a:solidFill>
                  <a:srgbClr val="2A303C"/>
                </a:solidFill>
              </a:rPr>
              <a:t>    ·    Forme  </a:t>
            </a:r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</a:rPr>
              <a:t>Micro-entreprise</a:t>
            </a:r>
            <a:pPr indent="0" marL="0">
              <a:buNone/>
            </a:pPr>
            <a:r>
              <a:rPr lang="en-US" sz="1200" dirty="0">
                <a:solidFill>
                  <a:srgbClr val="2A303C"/>
                </a:solidFill>
              </a:rPr>
              <a:t>    ·    Réf.  </a:t>
            </a:r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</a:rPr>
              <a:t>ODEV-2026-01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IDENTITÉ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est ODev 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légère, professionnelle et autonome, dédiée à la création d'outils numériques utiles pour les entreprises et organisations.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566160" cy="2377440"/>
          </a:xfrm>
          <a:prstGeom prst="rect">
            <a:avLst/>
          </a:prstGeom>
          <a:solidFill>
            <a:srgbClr val="E9ECF1"/>
          </a:solidFill>
          <a:ln w="12700">
            <a:solidFill>
              <a:srgbClr val="C8C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Raison sociale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développement web &amp; solutions digitales sur mesure.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566160" cy="2377440"/>
          </a:xfrm>
          <a:prstGeom prst="rect">
            <a:avLst/>
          </a:prstGeom>
          <a:solidFill>
            <a:srgbClr val="E9ECF1"/>
          </a:solidFill>
          <a:ln w="12700">
            <a:solidFill>
              <a:srgbClr val="C8C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017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Darren O'Sullivan, fondateur et développeur de la structure.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566160" cy="2377440"/>
          </a:xfrm>
          <a:prstGeom prst="rect">
            <a:avLst/>
          </a:prstGeom>
          <a:solidFill>
            <a:srgbClr val="E9ECF1"/>
          </a:solidFill>
          <a:ln w="12700">
            <a:solidFill>
              <a:srgbClr val="C8C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3017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intellectuels : conception, développement, mise en ligne, accompagnement.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DAE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ouvrir ODev 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nombreuses structures n'ont pas de vitrine web professionnelle.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devis d'agences restent souvent hors de portée des petites structures.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gestion (clients, devis, factures) repose encore sur des tableurs fragiles.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marché demande des interlocuteurs clairs, capables de livrer vite.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ODev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vitrine modernes, rapides et maintenables.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web (React, Node.js) adaptées aux besoins réels.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de gestion d'entreprise simples et efficaces.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humain, de la conception à la mise en production.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BIS — PRINCIPES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engagements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projet sert un usage concret.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109728" cy="2194560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Clarté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2743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Devis, délais et périmètre sans flou.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109728" cy="2194560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propre, design soigné, livraison stable.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2011680"/>
            <a:ext cx="109728" cy="2194560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15" name="Text 13"/>
          <p:cNvSpPr/>
          <p:nvPr/>
        </p:nvSpPr>
        <p:spPr>
          <a:xfrm>
            <a:off x="941832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418320" y="2743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interlocuteur unique, engagé.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OFFRE DE SERVICES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ODev propose aux entreprises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vitrine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en ligne, pages, contact, mise en production.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React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560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modernes pour outils métier et dashboards.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Node.js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4290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authentification, logique métier, intégrations.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d'entreprise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297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Clients, devis, factures, suivi comptable.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846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51663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Formation, documentation, maintenance, évolutions.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RÉALISATIONS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Preuves de savoir-faire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livrables web conçus et mis en ligne — vitrine studio, immobilier, cabinet professionnel.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RÉALISATION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Studio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vitrine studio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web de la micro-entreprise : services, méthode, réalisations et contact.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 site en ligne →</a:t>
            </a:r>
            <a:endParaRPr lang="en-US" sz="14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64008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odev.kodyalabs.fr</a:t>
            </a:r>
            <a:endParaRPr lang="en-US" sz="12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640080" y="5303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A7A7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https://odev.kodyalabs.fr/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640080"/>
            <a:ext cx="5943600" cy="5120640"/>
          </a:xfrm>
          <a:prstGeom prst="rect">
            <a:avLst/>
          </a:prstGeom>
          <a:solidFill>
            <a:srgbClr val="E9ECF1"/>
          </a:solidFill>
          <a:ln w="12700">
            <a:solidFill>
              <a:srgbClr val="C8CED8"/>
            </a:solidFill>
            <a:prstDash val="solid"/>
          </a:ln>
        </p:spPr>
      </p:sp>
      <p:pic>
        <p:nvPicPr>
          <p:cNvPr id="11" name="Image 0" descr="C:\Users\samyd\Desktop\GTA RP\ODev\dossier-creation\assets\img\ode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777240"/>
            <a:ext cx="5669280" cy="4846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RÉALISATION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Dynasty8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immobilière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de biens de prestige, recherche, zones et parcours agence.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 site en ligne →</a:t>
            </a:r>
            <a:endParaRPr lang="en-US" sz="14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64008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dynasty8.kodyalabs.fr</a:t>
            </a:r>
            <a:endParaRPr lang="en-US" sz="12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640080" y="5303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A7A7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https://dynasty8.kodyalabs.fr/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640080"/>
            <a:ext cx="5943600" cy="5120640"/>
          </a:xfrm>
          <a:prstGeom prst="rect">
            <a:avLst/>
          </a:prstGeom>
          <a:solidFill>
            <a:srgbClr val="E9ECF1"/>
          </a:solidFill>
          <a:ln w="12700">
            <a:solidFill>
              <a:srgbClr val="C8CED8"/>
            </a:solidFill>
            <a:prstDash val="solid"/>
          </a:ln>
        </p:spPr>
      </p:sp>
      <p:pic>
        <p:nvPicPr>
          <p:cNvPr id="11" name="Image 0" descr="C:\Users\samyd\Desktop\GTA RP\ODev\dossier-creation\assets\img\dynasty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777240"/>
            <a:ext cx="5669280" cy="4846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RÉALISATION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Cabinet Valet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cabinet professionnel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premium, expertises, prise de rendez-vous et présence institutionnelle.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 site en ligne →</a:t>
            </a:r>
            <a:endParaRPr lang="en-US" sz="14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64008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cabinet-valet.kodyalabs.fr</a:t>
            </a:r>
            <a:endParaRPr lang="en-US" sz="12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640080" y="5303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A7A7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https://cabinet-valet.kodyalabs.fr/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640080"/>
            <a:ext cx="5943600" cy="5120640"/>
          </a:xfrm>
          <a:prstGeom prst="rect">
            <a:avLst/>
          </a:prstGeom>
          <a:solidFill>
            <a:srgbClr val="E9ECF1"/>
          </a:solidFill>
          <a:ln w="12700">
            <a:solidFill>
              <a:srgbClr val="C8CED8"/>
            </a:solidFill>
            <a:prstDash val="solid"/>
          </a:ln>
        </p:spPr>
      </p:sp>
      <p:pic>
        <p:nvPicPr>
          <p:cNvPr id="11" name="Image 0" descr="C:\Users\samyd\Desktop\GTA RP\ODev\dossier-creation\assets\img\cabinet-va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777240"/>
            <a:ext cx="5669280" cy="4846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DAE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PORTFOLIO EN LIGNE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Liens des réalisations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</p:sp>
      <p:pic>
        <p:nvPicPr>
          <p:cNvPr id="6" name="Image 0" descr="C:\Users\samyd\Desktop\GTA RP\ODev\dossier-creation\assets\img\od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18288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92608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vitrine studio</a:t>
            </a:r>
            <a:endParaRPr lang="en-US" sz="12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292608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https://odev.kodyalabs.fr/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926080"/>
            <a:ext cx="10972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</p:sp>
      <p:pic>
        <p:nvPicPr>
          <p:cNvPr id="11" name="Image 1" descr="C:\Users\samyd\Desktop\GTA RP\ODev\dossier-creation\assets\img\dynasty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63240"/>
            <a:ext cx="182880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Dynasty8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926080" y="3429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immobilière</a:t>
            </a:r>
            <a:endParaRPr lang="en-US" sz="1200" dirty="0"/>
          </a:p>
        </p:txBody>
      </p:sp>
      <p:sp>
        <p:nvSpPr>
          <p:cNvPr id="14" name="Text 10">
            <a:hlinkClick r:id="rId4" tooltip=""/>
          </p:cNvPr>
          <p:cNvSpPr/>
          <p:nvPr/>
        </p:nvSpPr>
        <p:spPr>
          <a:xfrm>
            <a:off x="292608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https://dynasty8.kodyalabs.fr/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97680"/>
            <a:ext cx="10972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</p:sp>
      <p:pic>
        <p:nvPicPr>
          <p:cNvPr id="16" name="Image 2" descr="C:\Users\samyd\Desktop\GTA RP\ODev\dossier-creation\assets\img\cabinet-va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34840"/>
            <a:ext cx="1828800" cy="914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2608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Cabinet Valet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9260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cabinet professionnel</a:t>
            </a:r>
            <a:endParaRPr lang="en-US" sz="1200" dirty="0"/>
          </a:p>
        </p:txBody>
      </p:sp>
      <p:sp>
        <p:nvSpPr>
          <p:cNvPr id="19" name="Text 14">
            <a:hlinkClick r:id="rId6" tooltip=""/>
          </p:cNvPr>
          <p:cNvSpPr/>
          <p:nvPr/>
        </p:nvSpPr>
        <p:spPr>
          <a:xfrm>
            <a:off x="2926080" y="5074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https://cabinet-valet.kodyalabs.fr/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MARCHÉ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qui s'adresse ODev 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Commerces, professions libérales, associations, TPE/PME et organisations qui veulent une présence numérique nette.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566160" cy="2286000"/>
          </a:xfrm>
          <a:prstGeom prst="rect">
            <a:avLst/>
          </a:prstGeom>
          <a:solidFill>
            <a:srgbClr val="1C222C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cibles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Entreprises locales, indépendants, structures en création ou modernisation digitale.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566160" cy="2286000"/>
          </a:xfrm>
          <a:prstGeom prst="rect">
            <a:avLst/>
          </a:prstGeom>
          <a:solidFill>
            <a:srgbClr val="1C222C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couvert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0175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Visibilité, conversion, organisation interne et outils sur mesure.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566160" cy="2286000"/>
          </a:xfrm>
          <a:prstGeom prst="rect">
            <a:avLst/>
          </a:prstGeom>
          <a:solidFill>
            <a:srgbClr val="1C222C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attendu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30175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à des services numériques professionnels pour le tissu économique local.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MODÈLE &amp; PORTEUR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Fonctionnement &amp; responsabilité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97480" cy="73152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Écoute, cadrage, devis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697480" cy="73152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916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validation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697480" cy="73152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916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itérative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1463040"/>
            <a:ext cx="2697480" cy="73152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16916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2011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2331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ligne &amp; suivi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108960"/>
            <a:ext cx="10972800" cy="2560320"/>
          </a:xfrm>
          <a:prstGeom prst="rect">
            <a:avLst/>
          </a:prstGeom>
          <a:solidFill>
            <a:srgbClr val="E9ECF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Darren O'Sullivan — Fondateur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38862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Développeur web orienté produit : interfaces, architectures React / Node.js, livraison d'outils utiles aux entreprises.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: React, Node.js, sites vitrine, UX/UI, bases de données.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 : micro-entreprise agile, responsabilité totale sur les livrables.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DEMANDE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d'ouverture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le présent dossier, Darren O'Sullivan sollicite l'enregistrement et la reconnaissance de l'activité ODev en tant que micro-entreprise de services numériques, afin d'exercer légalement les prestations décrites au profit des entreprises et organisations du territoire.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200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s'engage à exercer dans le respect des règles applicables, avec sérieux, transparence et contribution positive à l'écosystème économique local.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Darren O'Sullivan</a:t>
            </a:r>
            <a:endParaRPr lang="en-US" sz="18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1005840" y="4526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Fondateur — ODev    ·    https://odev.kodyalabs.fr/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 — Dossier de création · ODEV-2026-01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A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création — ODev</dc:title>
  <dc:subject>Micro-entreprise de développement web</dc:subject>
  <dc:creator>Darren O'Sullivan</dc:creator>
  <cp:lastModifiedBy>Darren O'Sullivan</cp:lastModifiedBy>
  <cp:revision>1</cp:revision>
  <dcterms:created xsi:type="dcterms:W3CDTF">2026-08-11T19:16:18Z</dcterms:created>
  <dcterms:modified xsi:type="dcterms:W3CDTF">2026-08-11T19:16:18Z</dcterms:modified>
</cp:coreProperties>
</file>